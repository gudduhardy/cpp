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8" r:id="rId3"/>
    <p:sldId id="269" r:id="rId4"/>
    <p:sldId id="27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630"/>
    <a:srgbClr val="52CBBE"/>
    <a:srgbClr val="FF5969"/>
    <a:srgbClr val="5D7373"/>
    <a:srgbClr val="00A0A8"/>
    <a:srgbClr val="52C9BD"/>
    <a:srgbClr val="F0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>
      <p:cViewPr varScale="1">
        <p:scale>
          <a:sx n="85" d="100"/>
          <a:sy n="85" d="100"/>
        </p:scale>
        <p:origin x="14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36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67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36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03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77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33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195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00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89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63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11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FAF59-80FD-42F8-B77B-6179688B7234}" type="datetimeFigureOut">
              <a:rPr lang="de-DE" smtClean="0"/>
              <a:t>30.08.2019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87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9EB0FD16-689C-476C-8309-C7173C257513}"/>
              </a:ext>
            </a:extLst>
          </p:cNvPr>
          <p:cNvSpPr txBox="1"/>
          <p:nvPr/>
        </p:nvSpPr>
        <p:spPr>
          <a:xfrm>
            <a:off x="3715220" y="608515"/>
            <a:ext cx="727891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800" dirty="0">
                <a:solidFill>
                  <a:srgbClr val="FF5969"/>
                </a:solidFill>
                <a:latin typeface="Tw Cen MT" panose="020B0602020104020603" pitchFamily="34" charset="0"/>
              </a:rPr>
              <a:t>TOPIC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202974-31A3-4642-B671-F0DBBB7B4663}"/>
              </a:ext>
            </a:extLst>
          </p:cNvPr>
          <p:cNvSpPr txBox="1"/>
          <p:nvPr/>
        </p:nvSpPr>
        <p:spPr>
          <a:xfrm>
            <a:off x="3715220" y="2653717"/>
            <a:ext cx="72789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52CBBE"/>
                </a:solidFill>
                <a:latin typeface="Tw Cen MT" panose="020B0602020104020603" pitchFamily="34" charset="0"/>
              </a:rPr>
              <a:t>Pointers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9302800" y="0"/>
            <a:ext cx="12482920" cy="6858000"/>
            <a:chOff x="-290920" y="0"/>
            <a:chExt cx="1248292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-8798784" y="0"/>
            <a:ext cx="11447503" cy="6858000"/>
            <a:chOff x="213096" y="0"/>
            <a:chExt cx="11447503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Pointers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099890-786A-4F87-960D-5DADE5168909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Pointers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4F6447-6163-4D6A-A8D2-BD63B6CB3A42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E7FD7A2-6B5D-4CE8-A787-BAFE0E3272EF}"/>
              </a:ext>
            </a:extLst>
          </p:cNvPr>
          <p:cNvSpPr txBox="1"/>
          <p:nvPr/>
        </p:nvSpPr>
        <p:spPr>
          <a:xfrm>
            <a:off x="3715220" y="4114144"/>
            <a:ext cx="72789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52CBBE"/>
                </a:solidFill>
                <a:latin typeface="Tw Cen MT" panose="020B0602020104020603" pitchFamily="34" charset="0"/>
              </a:rPr>
              <a:t>File Handling</a:t>
            </a:r>
          </a:p>
        </p:txBody>
      </p:sp>
    </p:spTree>
    <p:extLst>
      <p:ext uri="{BB962C8B-B14F-4D97-AF65-F5344CB8AC3E}">
        <p14:creationId xmlns:p14="http://schemas.microsoft.com/office/powerpoint/2010/main" val="75866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66ACF4C-6F8C-46FC-8362-2E05C90EEAFA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373113-18F1-4443-9A8E-5EF06C1D2FEA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F99D053-FB83-41F1-B2CB-C10918BC99BC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4373C1-3934-47C3-8F36-E2FB2615CA87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A5E18E8-5A3E-4F1D-8254-6193AA55C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0C247F-7990-4945-869D-5E2A900F477F}"/>
              </a:ext>
            </a:extLst>
          </p:cNvPr>
          <p:cNvGrpSpPr/>
          <p:nvPr/>
        </p:nvGrpSpPr>
        <p:grpSpPr>
          <a:xfrm>
            <a:off x="-8798784" y="0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2C93AC-EBE3-4E67-A867-76D5D6BEDB1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5DBD2B9-E73C-4AE9-91C9-698379867E98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6BDC4B-8313-4203-9F42-C28AC214EB64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Pointers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4037FC5-8E34-4772-9A87-813F2AD5E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C916508-F80D-434E-B066-812949E5DB94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E9E3B68-B936-49FB-94D8-7AC0076CF48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D3F9516-66C4-44E6-9877-6C0374B5112C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2DF4D80-460D-4455-B80A-3BC0C6A12DA2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Pointers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AB39DAF-3109-4CEA-BD1D-C123179F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2B7020D-701A-4EE7-BDA2-CD171993C203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B77930A-0489-40A5-B3D7-053D64BD29C4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ED749F6-F5EB-48BD-A697-16D473CCCFE8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070AD46-78F1-4169-9AE3-EDECC43BD39B}"/>
                </a:ext>
              </a:extLst>
            </p:cNvPr>
            <p:cNvSpPr txBox="1"/>
            <p:nvPr/>
          </p:nvSpPr>
          <p:spPr>
            <a:xfrm rot="16200000">
              <a:off x="8746452" y="3189607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22B026A5-B1AC-46D4-AE84-DF77E5A29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371C6EE2-CCA6-4F94-870B-CB9D61CEBE1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0422D8F-B19E-425C-93A8-F750F60A06A7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78AF09-2D0C-4E81-816C-BC1D04E40DC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C2E1C67-7A8F-4EB5-AB00-3C754858084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795C74-0308-4781-BEE6-B62AE6D17152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5C46027-B464-4ADA-A3B8-14FF4471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1D48DDF-B760-4AB3-A520-29238CC2C408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A696B4D-5BCF-47C3-8B8C-BE87154A63B4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AAA7B45-7DAF-4C4D-A930-ABA45AC955DD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01F5CFD-7EE1-475C-A36F-330184D5C6EC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9F42291-FBD0-4239-8D69-22035DCB4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3BD1967-C3BA-4A7A-BC20-C905E74BA6F5}"/>
              </a:ext>
            </a:extLst>
          </p:cNvPr>
          <p:cNvSpPr txBox="1"/>
          <p:nvPr/>
        </p:nvSpPr>
        <p:spPr>
          <a:xfrm>
            <a:off x="2964471" y="334132"/>
            <a:ext cx="939501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800" dirty="0">
                <a:solidFill>
                  <a:srgbClr val="FF5050"/>
                </a:solidFill>
                <a:latin typeface="Tw Cen MT" panose="020B0602020104020603" pitchFamily="34" charset="0"/>
              </a:rPr>
              <a:t>Presented By</a:t>
            </a:r>
          </a:p>
          <a:p>
            <a:endParaRPr lang="en-IN" sz="4400" dirty="0">
              <a:solidFill>
                <a:schemeClr val="bg2">
                  <a:lumMod val="25000"/>
                </a:schemeClr>
              </a:solidFill>
              <a:latin typeface="Tw Cen MT" panose="020B0602020104020603" pitchFamily="34" charset="0"/>
            </a:endParaRPr>
          </a:p>
          <a:p>
            <a:r>
              <a:rPr lang="en-IN" sz="4400" dirty="0">
                <a:solidFill>
                  <a:srgbClr val="009999"/>
                </a:solidFill>
                <a:latin typeface="Tw Cen MT" panose="020B0602020104020603" pitchFamily="34" charset="0"/>
              </a:rPr>
              <a:t>Aditya Shaw</a:t>
            </a:r>
          </a:p>
          <a:p>
            <a:r>
              <a:rPr lang="en-IN" sz="4400" dirty="0">
                <a:solidFill>
                  <a:srgbClr val="009999"/>
                </a:solidFill>
                <a:latin typeface="Tw Cen MT" panose="020B0602020104020603" pitchFamily="34" charset="0"/>
              </a:rPr>
              <a:t>Guddu Kumar</a:t>
            </a:r>
          </a:p>
          <a:p>
            <a:r>
              <a:rPr lang="en-IN" sz="4400" dirty="0">
                <a:solidFill>
                  <a:srgbClr val="009999"/>
                </a:solidFill>
                <a:latin typeface="Tw Cen MT" panose="020B0602020104020603" pitchFamily="34" charset="0"/>
              </a:rPr>
              <a:t>Ishant Saxena</a:t>
            </a:r>
          </a:p>
          <a:p>
            <a:r>
              <a:rPr lang="en-IN" sz="4400" dirty="0">
                <a:solidFill>
                  <a:srgbClr val="009999"/>
                </a:solidFill>
                <a:latin typeface="Tw Cen MT" panose="020B0602020104020603" pitchFamily="34" charset="0"/>
              </a:rPr>
              <a:t>Megh Varun Shandilya</a:t>
            </a:r>
          </a:p>
        </p:txBody>
      </p:sp>
    </p:spTree>
    <p:extLst>
      <p:ext uri="{BB962C8B-B14F-4D97-AF65-F5344CB8AC3E}">
        <p14:creationId xmlns:p14="http://schemas.microsoft.com/office/powerpoint/2010/main" val="2001706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C3001EC-9F33-4C39-B780-199714C83EA2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29B5C97-F627-4A85-B003-5396A9D964D5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7C14D5-0388-44F5-AD76-F8BBAF179CD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51F346-69C6-4F86-BC1F-C57BA2384CC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2B367FE-8530-4052-AD96-2D6FBE490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E93C38-ECA5-4094-81E9-196A3BD19EBD}"/>
              </a:ext>
            </a:extLst>
          </p:cNvPr>
          <p:cNvGrpSpPr/>
          <p:nvPr/>
        </p:nvGrpSpPr>
        <p:grpSpPr>
          <a:xfrm>
            <a:off x="226788" y="0"/>
            <a:ext cx="11447503" cy="6858000"/>
            <a:chOff x="213096" y="43546"/>
            <a:chExt cx="11447503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85080E-7B66-43F0-AB4D-3A69B13C005A}"/>
                </a:ext>
              </a:extLst>
            </p:cNvPr>
            <p:cNvSpPr/>
            <p:nvPr/>
          </p:nvSpPr>
          <p:spPr>
            <a:xfrm>
              <a:off x="213096" y="43546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05DAC1A-9BF8-460E-8D8B-77BFB6B27FF9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DCA374-CD21-448B-8791-8A04A9A9A552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Pointers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3A620A7-5483-4447-9670-0F8D67F36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2914A7-C65F-4EFB-8FF4-9BB283DC3935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9DA66B2-8A11-4397-B997-59A37787FEF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1A8923D-952E-459F-92C0-CCE4C5E45F88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73F442-B2F9-477E-B4DE-956CBA09D9C3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Pointers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654DCD4-7920-4D83-8D7F-6D3A71A16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67CF96-B24C-4BAD-8466-B32ECC2753A1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7B7434-49BE-47D6-BAE6-9B9134F0EC8C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80296C0-D397-432D-B5A1-CA7DA186EB1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3DE47E8-526D-4A96-A671-69E14D20D1EB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FD4AAEC-83E5-4832-BEA2-517A195B2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3C6BBB46-3AAE-49B1-8F56-3535CC357FEB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A452EB0-3109-45BB-9389-19F84818FE30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F941D0C-24DA-4E77-BE08-34D6F94BD6FB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9747D82-077A-45F5-8822-6A7F978E7845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0B26FA9-EA76-44C1-BA33-E4EBB060AC7E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F138C1A-5B68-42BE-B6B8-0EE1F4738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C48F6F2-7791-4D91-ADEC-77FE8FA739E3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8ED37E9-9873-442F-9B7C-7F4BC1A8F51E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2E020DE-B46A-4F47-97AB-BB6C9038FA2E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CF05B7C-3B2D-4CAB-9132-7B756B442063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04E2F48-2025-4003-B590-1DD957710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83EA2CA-A17F-4A6A-AC3E-6F8757F77880}"/>
              </a:ext>
            </a:extLst>
          </p:cNvPr>
          <p:cNvGrpSpPr/>
          <p:nvPr/>
        </p:nvGrpSpPr>
        <p:grpSpPr>
          <a:xfrm>
            <a:off x="7340166" y="1614918"/>
            <a:ext cx="1805441" cy="1894017"/>
            <a:chOff x="6381342" y="2182683"/>
            <a:chExt cx="1805441" cy="1894017"/>
          </a:xfrm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225A95EB-3596-4C52-91EE-39023E85BE2D}"/>
                </a:ext>
              </a:extLst>
            </p:cNvPr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9A6427C-7201-480C-B8BA-C01C9BCA7B52}"/>
                </a:ext>
              </a:extLst>
            </p:cNvPr>
            <p:cNvSpPr txBox="1"/>
            <p:nvPr/>
          </p:nvSpPr>
          <p:spPr>
            <a:xfrm>
              <a:off x="6381342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4F68486-5533-4B47-B6BA-92533CBB4036}"/>
                </a:ext>
              </a:extLst>
            </p:cNvPr>
            <p:cNvSpPr txBox="1"/>
            <p:nvPr/>
          </p:nvSpPr>
          <p:spPr>
            <a:xfrm>
              <a:off x="6845136" y="2391309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E6E7E9"/>
                  </a:solidFill>
                  <a:latin typeface="Tw Cen MT" panose="020B0602020104020603" pitchFamily="34" charset="0"/>
                </a:rPr>
                <a:t>*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87830BE-EEF7-4034-8ABE-3212DB467DB4}"/>
              </a:ext>
            </a:extLst>
          </p:cNvPr>
          <p:cNvGrpSpPr/>
          <p:nvPr/>
        </p:nvGrpSpPr>
        <p:grpSpPr>
          <a:xfrm>
            <a:off x="3743307" y="1645215"/>
            <a:ext cx="1805441" cy="1867558"/>
            <a:chOff x="1439160" y="2209142"/>
            <a:chExt cx="1805441" cy="1867558"/>
          </a:xfrm>
        </p:grpSpPr>
        <p:sp>
          <p:nvSpPr>
            <p:cNvPr id="105" name="Rectangle: Top Corners Rounded 104">
              <a:extLst>
                <a:ext uri="{FF2B5EF4-FFF2-40B4-BE49-F238E27FC236}">
                  <a16:creationId xmlns:a16="http://schemas.microsoft.com/office/drawing/2014/main" id="{F1B87F23-BD02-4DB3-947D-2F61C5B87FEF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D8301A0-49D9-41A5-A227-2E35458E6401}"/>
                </a:ext>
              </a:extLst>
            </p:cNvPr>
            <p:cNvSpPr txBox="1"/>
            <p:nvPr/>
          </p:nvSpPr>
          <p:spPr>
            <a:xfrm>
              <a:off x="1439160" y="2209142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36675CF-5B12-4D6B-8C03-F29656450255}"/>
                </a:ext>
              </a:extLst>
            </p:cNvPr>
            <p:cNvSpPr txBox="1"/>
            <p:nvPr/>
          </p:nvSpPr>
          <p:spPr>
            <a:xfrm>
              <a:off x="1849826" y="2317344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&amp;</a:t>
              </a:r>
            </a:p>
          </p:txBody>
        </p:sp>
      </p:grp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48958204-CE05-4E79-AC55-C76FBB79E37F}"/>
              </a:ext>
            </a:extLst>
          </p:cNvPr>
          <p:cNvSpPr/>
          <p:nvPr/>
        </p:nvSpPr>
        <p:spPr>
          <a:xfrm flipV="1">
            <a:off x="3798665" y="2579323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B8C3E14B-EBB2-49A7-9A4E-9C6AFAF9A364}"/>
              </a:ext>
            </a:extLst>
          </p:cNvPr>
          <p:cNvSpPr/>
          <p:nvPr/>
        </p:nvSpPr>
        <p:spPr>
          <a:xfrm flipV="1">
            <a:off x="7447096" y="2575485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D94F991-2744-4D5C-BE57-A0C261539D2C}"/>
              </a:ext>
            </a:extLst>
          </p:cNvPr>
          <p:cNvGrpSpPr/>
          <p:nvPr/>
        </p:nvGrpSpPr>
        <p:grpSpPr>
          <a:xfrm>
            <a:off x="3792996" y="3273515"/>
            <a:ext cx="1591582" cy="1048049"/>
            <a:chOff x="1488849" y="3837442"/>
            <a:chExt cx="1591582" cy="1048049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721CE74-40AC-4223-B129-B3A270C7429B}"/>
                </a:ext>
              </a:extLst>
            </p:cNvPr>
            <p:cNvSpPr txBox="1"/>
            <p:nvPr/>
          </p:nvSpPr>
          <p:spPr>
            <a:xfrm>
              <a:off x="1488849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5969"/>
                  </a:solidFill>
                  <a:latin typeface="Tw Cen MT" panose="020B0602020104020603" pitchFamily="34" charset="0"/>
                </a:rPr>
                <a:t>VALUE AT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C94FF53-E358-452A-A5CE-3296318ABBE9}"/>
                </a:ext>
              </a:extLst>
            </p:cNvPr>
            <p:cNvSpPr txBox="1"/>
            <p:nvPr/>
          </p:nvSpPr>
          <p:spPr>
            <a:xfrm>
              <a:off x="1488849" y="4146827"/>
              <a:ext cx="15915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A6A6A6"/>
                  </a:solidFill>
                  <a:latin typeface="Tw Cen MT" panose="020B0602020104020603" pitchFamily="34" charset="0"/>
                </a:rPr>
                <a:t>Used to get the value of an address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F66AC79-730F-4E07-974E-4F08542F2C4A}"/>
              </a:ext>
            </a:extLst>
          </p:cNvPr>
          <p:cNvGrpSpPr/>
          <p:nvPr/>
        </p:nvGrpSpPr>
        <p:grpSpPr>
          <a:xfrm>
            <a:off x="7447096" y="3269677"/>
            <a:ext cx="1591582" cy="1048049"/>
            <a:chOff x="6488272" y="3837442"/>
            <a:chExt cx="1591582" cy="1048049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025EBC6-5731-4D97-B58C-0E0C20D47817}"/>
                </a:ext>
              </a:extLst>
            </p:cNvPr>
            <p:cNvSpPr txBox="1"/>
            <p:nvPr/>
          </p:nvSpPr>
          <p:spPr>
            <a:xfrm>
              <a:off x="6488272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EC630"/>
                  </a:solidFill>
                  <a:latin typeface="Tw Cen MT" panose="020B0602020104020603" pitchFamily="34" charset="0"/>
                </a:rPr>
                <a:t>ADDRESS OF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38973E8-8FEC-48EF-89C3-A1086AD31515}"/>
                </a:ext>
              </a:extLst>
            </p:cNvPr>
            <p:cNvSpPr txBox="1"/>
            <p:nvPr/>
          </p:nvSpPr>
          <p:spPr>
            <a:xfrm>
              <a:off x="6488272" y="4146827"/>
              <a:ext cx="15915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A6A6A6"/>
                  </a:solidFill>
                  <a:latin typeface="Tw Cen MT" panose="020B0602020104020603" pitchFamily="34" charset="0"/>
                </a:rPr>
                <a:t>Used to get address of a variable.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E1EB09-3B7F-4AD1-85F5-A963B8B7D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978" y="4356558"/>
            <a:ext cx="894354" cy="894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285DFE-7CB0-4F85-899B-F151E785F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670" y="4352720"/>
            <a:ext cx="907482" cy="90748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F96C0E10-92C8-4B6A-AC01-7AA12BAF70FD}"/>
              </a:ext>
            </a:extLst>
          </p:cNvPr>
          <p:cNvSpPr txBox="1"/>
          <p:nvPr/>
        </p:nvSpPr>
        <p:spPr>
          <a:xfrm>
            <a:off x="2726195" y="120807"/>
            <a:ext cx="93950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rgbClr val="FF5050"/>
                </a:solidFill>
                <a:latin typeface="Tw Cen MT" panose="020B0602020104020603" pitchFamily="34" charset="0"/>
              </a:rPr>
              <a:t>Symbols and Meaning</a:t>
            </a:r>
          </a:p>
        </p:txBody>
      </p:sp>
    </p:spTree>
    <p:extLst>
      <p:ext uri="{BB962C8B-B14F-4D97-AF65-F5344CB8AC3E}">
        <p14:creationId xmlns:p14="http://schemas.microsoft.com/office/powerpoint/2010/main" val="1396948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10" grpId="0" animBg="1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38E6734-F7ED-4197-AE1C-DE222063D26D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7FF06C6-EDB2-4E2A-B33F-9667DAB48738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389168-73D4-4CCF-B806-15F4C9CFBC65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D36EBE0-2C84-494E-9C0B-54A6EFA86DA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E3F6E56-804E-434E-AD42-D62A42CB3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8D727C-49D3-4C59-91D3-816C0DD22E21}"/>
              </a:ext>
            </a:extLst>
          </p:cNvPr>
          <p:cNvGrpSpPr/>
          <p:nvPr/>
        </p:nvGrpSpPr>
        <p:grpSpPr>
          <a:xfrm>
            <a:off x="226788" y="-2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369AF8C-7DC3-4D77-B3F1-5B8A444D2822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173B44-EE6F-4236-9AB2-49524EA553D7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40A12D7-9F13-43EC-95DE-B85ADBCAA6B6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Pointers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A271034-9DEF-432C-A1F3-B6470D255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728BA24-99D1-4E44-98AC-50745A94AD6C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079FD4E-778D-428A-B08F-1B97893971C7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7DB4514-65BA-420D-BBB3-CCF0A5B397C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86CE46E-7143-4535-BF09-36D36B082851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Pointers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E9D2CC3-AE8C-4CF7-AC14-0BF3748D6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04DBF9-F2DF-4744-9CBE-8384BF790E0F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409FCBC-490E-4134-BE82-9429CE5AB00A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84E2370-4D03-4FD0-B29C-F763767296D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E5F8F51-D3FD-42A1-8372-1B4B1B7C336A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05E43CA3-886C-4010-B3E2-837CCC6F5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87E322DA-3D39-4A36-A521-33E75DDBFF71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31F8BD9-F71B-4D2D-8A60-61BABDC384BB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470067C-2D0B-4A65-B940-C052473E942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6B5D93C-8112-48DA-975B-9DDD27DEADD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D3577A8-E9FC-43B7-B3E2-76EDDA51C160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6FD3106-E967-44D6-AB4D-A0DA183F7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E930874-288B-4537-8AA6-A601044D9580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25CDF0F-0FD1-40B0-BD29-F7D200A3A066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02216B9-43DC-4135-9F3E-7EFEAD2EB420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7342E0B-2429-4B98-AF6A-1DB087CBDE83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9879508-5AD7-4FE2-AD55-8AF69ECDB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277CEC9-24C9-4B1D-964A-A216786A7724}"/>
              </a:ext>
            </a:extLst>
          </p:cNvPr>
          <p:cNvCxnSpPr/>
          <p:nvPr/>
        </p:nvCxnSpPr>
        <p:spPr>
          <a:xfrm>
            <a:off x="4124911" y="3566936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1840EDE-DF70-433F-86FE-A402BC5C2DDE}"/>
              </a:ext>
            </a:extLst>
          </p:cNvPr>
          <p:cNvGrpSpPr/>
          <p:nvPr/>
        </p:nvGrpSpPr>
        <p:grpSpPr>
          <a:xfrm>
            <a:off x="3916690" y="3444266"/>
            <a:ext cx="211094" cy="211094"/>
            <a:chOff x="1677812" y="4248152"/>
            <a:chExt cx="211094" cy="21109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3B84625-CD81-4477-AFEA-2D657FFA16C5}"/>
                </a:ext>
              </a:extLst>
            </p:cNvPr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0BB5737-FB23-4CC2-81BC-52D57E7FB8E9}"/>
                </a:ext>
              </a:extLst>
            </p:cNvPr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5DAD85F-381F-4EA0-9781-3C23F8D9AC73}"/>
              </a:ext>
            </a:extLst>
          </p:cNvPr>
          <p:cNvCxnSpPr/>
          <p:nvPr/>
        </p:nvCxnSpPr>
        <p:spPr>
          <a:xfrm>
            <a:off x="6272630" y="3566936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76B67BC-401F-4EA8-8CBE-EEB8DFAA45A7}"/>
              </a:ext>
            </a:extLst>
          </p:cNvPr>
          <p:cNvGrpSpPr/>
          <p:nvPr/>
        </p:nvGrpSpPr>
        <p:grpSpPr>
          <a:xfrm>
            <a:off x="6091824" y="3461389"/>
            <a:ext cx="211094" cy="211094"/>
            <a:chOff x="3855819" y="4248152"/>
            <a:chExt cx="211094" cy="21109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399A27A-C7E8-457C-9D90-A66A1BF1F76F}"/>
                </a:ext>
              </a:extLst>
            </p:cNvPr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4008114-54A1-42C2-9000-1CC3AE1D8927}"/>
                </a:ext>
              </a:extLst>
            </p:cNvPr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90AD362-84BB-49C7-8C91-CDB895729924}"/>
              </a:ext>
            </a:extLst>
          </p:cNvPr>
          <p:cNvGrpSpPr/>
          <p:nvPr/>
        </p:nvGrpSpPr>
        <p:grpSpPr>
          <a:xfrm>
            <a:off x="8209255" y="3461389"/>
            <a:ext cx="211094" cy="211094"/>
            <a:chOff x="5973250" y="4248152"/>
            <a:chExt cx="211094" cy="211094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32FB427-F316-4459-B06D-2A2B27FC7053}"/>
                </a:ext>
              </a:extLst>
            </p:cNvPr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35EF795-8B2D-4CD0-87FF-5756B089D921}"/>
                </a:ext>
              </a:extLst>
            </p:cNvPr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8DC71A93-B148-4A8B-B0CA-4AD086FE8D7B}"/>
              </a:ext>
            </a:extLst>
          </p:cNvPr>
          <p:cNvSpPr txBox="1"/>
          <p:nvPr/>
        </p:nvSpPr>
        <p:spPr>
          <a:xfrm>
            <a:off x="2371848" y="4074751"/>
            <a:ext cx="3184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rPr>
              <a:t>Datatype * name_of_var(p) ;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0B20FE2-BC47-4EB2-B7EA-CBE6F5B390D3}"/>
              </a:ext>
            </a:extLst>
          </p:cNvPr>
          <p:cNvSpPr txBox="1"/>
          <p:nvPr/>
        </p:nvSpPr>
        <p:spPr>
          <a:xfrm>
            <a:off x="2869431" y="3652838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5969"/>
                </a:solidFill>
                <a:latin typeface="Tw Cen MT" panose="020B0602020104020603" pitchFamily="34" charset="0"/>
              </a:rPr>
              <a:t>Declaration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FB0129A-D09E-4693-96AE-20F4A2C31E42}"/>
              </a:ext>
            </a:extLst>
          </p:cNvPr>
          <p:cNvSpPr txBox="1"/>
          <p:nvPr/>
        </p:nvSpPr>
        <p:spPr>
          <a:xfrm>
            <a:off x="2612594" y="4417533"/>
            <a:ext cx="2699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rPr>
              <a:t>p = variable_to_point;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58D17C2-3595-44AD-9D77-27C29A8030BC}"/>
              </a:ext>
            </a:extLst>
          </p:cNvPr>
          <p:cNvSpPr txBox="1"/>
          <p:nvPr/>
        </p:nvSpPr>
        <p:spPr>
          <a:xfrm>
            <a:off x="5058341" y="3652838"/>
            <a:ext cx="22890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52CBBE"/>
                </a:solidFill>
                <a:latin typeface="Tw Cen MT" panose="020B0602020104020603" pitchFamily="34" charset="0"/>
              </a:rPr>
              <a:t>Getting Address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60C2261-B057-44FB-B300-F0F52E3F90C0}"/>
              </a:ext>
            </a:extLst>
          </p:cNvPr>
          <p:cNvSpPr txBox="1"/>
          <p:nvPr/>
        </p:nvSpPr>
        <p:spPr>
          <a:xfrm>
            <a:off x="7320097" y="4139471"/>
            <a:ext cx="1849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rPr>
              <a:t>&amp;p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8562F22-E78F-4DD5-9BBD-EEAB69C0B365}"/>
              </a:ext>
            </a:extLst>
          </p:cNvPr>
          <p:cNvSpPr txBox="1"/>
          <p:nvPr/>
        </p:nvSpPr>
        <p:spPr>
          <a:xfrm>
            <a:off x="7187480" y="3652838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EC630"/>
                </a:solidFill>
                <a:latin typeface="Tw Cen MT" panose="020B0602020104020603" pitchFamily="34" charset="0"/>
              </a:rPr>
              <a:t>Getting Value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1450F4-A7BD-494E-BD71-C6C5EB8D03D1}"/>
              </a:ext>
            </a:extLst>
          </p:cNvPr>
          <p:cNvGrpSpPr/>
          <p:nvPr/>
        </p:nvGrpSpPr>
        <p:grpSpPr>
          <a:xfrm>
            <a:off x="3376115" y="1699597"/>
            <a:ext cx="1275682" cy="1275682"/>
            <a:chOff x="3063120" y="1755914"/>
            <a:chExt cx="1275682" cy="1275682"/>
          </a:xfrm>
        </p:grpSpPr>
        <p:sp>
          <p:nvSpPr>
            <p:cNvPr id="120" name="Teardrop 119">
              <a:extLst>
                <a:ext uri="{FF2B5EF4-FFF2-40B4-BE49-F238E27FC236}">
                  <a16:creationId xmlns:a16="http://schemas.microsoft.com/office/drawing/2014/main" id="{5E489B47-B2BB-4EFB-8EC4-21C10615E463}"/>
                </a:ext>
              </a:extLst>
            </p:cNvPr>
            <p:cNvSpPr/>
            <p:nvPr/>
          </p:nvSpPr>
          <p:spPr>
            <a:xfrm rot="8100000">
              <a:off x="306312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862B435C-D1B2-4C1C-B995-8D888E87C5D7}"/>
                </a:ext>
              </a:extLst>
            </p:cNvPr>
            <p:cNvSpPr/>
            <p:nvPr/>
          </p:nvSpPr>
          <p:spPr>
            <a:xfrm>
              <a:off x="325746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262C0D94-FE17-421D-AA32-BD4AFE13E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6696" y="2066644"/>
              <a:ext cx="627392" cy="62739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1C1607-C8B7-4B99-9DC5-3321A9E92D49}"/>
              </a:ext>
            </a:extLst>
          </p:cNvPr>
          <p:cNvGrpSpPr/>
          <p:nvPr/>
        </p:nvGrpSpPr>
        <p:grpSpPr>
          <a:xfrm>
            <a:off x="5555435" y="1699597"/>
            <a:ext cx="1275682" cy="1275682"/>
            <a:chOff x="5242440" y="1755914"/>
            <a:chExt cx="1275682" cy="1275682"/>
          </a:xfrm>
        </p:grpSpPr>
        <p:sp>
          <p:nvSpPr>
            <p:cNvPr id="124" name="Teardrop 123">
              <a:extLst>
                <a:ext uri="{FF2B5EF4-FFF2-40B4-BE49-F238E27FC236}">
                  <a16:creationId xmlns:a16="http://schemas.microsoft.com/office/drawing/2014/main" id="{A44D7BEA-70F0-4773-A72C-A5B9951D3536}"/>
                </a:ext>
              </a:extLst>
            </p:cNvPr>
            <p:cNvSpPr/>
            <p:nvPr/>
          </p:nvSpPr>
          <p:spPr>
            <a:xfrm rot="8100000">
              <a:off x="524244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1431DABB-47B8-4640-BD39-9CC7E2CDA115}"/>
                </a:ext>
              </a:extLst>
            </p:cNvPr>
            <p:cNvSpPr/>
            <p:nvPr/>
          </p:nvSpPr>
          <p:spPr>
            <a:xfrm>
              <a:off x="543678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B5EEDA48-5891-495E-A9A5-8AEE83947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5681" y="2061164"/>
              <a:ext cx="659146" cy="65914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A807BE1-996E-4364-AC05-CAC8C826377C}"/>
              </a:ext>
            </a:extLst>
          </p:cNvPr>
          <p:cNvGrpSpPr/>
          <p:nvPr/>
        </p:nvGrpSpPr>
        <p:grpSpPr>
          <a:xfrm>
            <a:off x="7666176" y="1699597"/>
            <a:ext cx="1275682" cy="1275682"/>
            <a:chOff x="7353181" y="1755914"/>
            <a:chExt cx="1275682" cy="1275682"/>
          </a:xfrm>
        </p:grpSpPr>
        <p:sp>
          <p:nvSpPr>
            <p:cNvPr id="128" name="Teardrop 127">
              <a:extLst>
                <a:ext uri="{FF2B5EF4-FFF2-40B4-BE49-F238E27FC236}">
                  <a16:creationId xmlns:a16="http://schemas.microsoft.com/office/drawing/2014/main" id="{76257F1B-992C-4717-A6A2-EDE25A4F31C3}"/>
                </a:ext>
              </a:extLst>
            </p:cNvPr>
            <p:cNvSpPr/>
            <p:nvPr/>
          </p:nvSpPr>
          <p:spPr>
            <a:xfrm rot="8100000">
              <a:off x="7353181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BB174F9-BA66-486F-BC62-F2720CED100C}"/>
                </a:ext>
              </a:extLst>
            </p:cNvPr>
            <p:cNvSpPr/>
            <p:nvPr/>
          </p:nvSpPr>
          <p:spPr>
            <a:xfrm>
              <a:off x="7547530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58BE45EE-A44E-41D8-8C13-099C1F70E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8666" y="2048456"/>
              <a:ext cx="684562" cy="684560"/>
            </a:xfrm>
            <a:prstGeom prst="rect">
              <a:avLst/>
            </a:prstGeom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EC4C1592-1B0A-4E2A-B06B-39BEB413D27B}"/>
              </a:ext>
            </a:extLst>
          </p:cNvPr>
          <p:cNvSpPr txBox="1"/>
          <p:nvPr/>
        </p:nvSpPr>
        <p:spPr>
          <a:xfrm>
            <a:off x="3414809" y="101893"/>
            <a:ext cx="93950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rgbClr val="FF5050"/>
                </a:solidFill>
                <a:latin typeface="Tw Cen MT" panose="020B0602020104020603" pitchFamily="34" charset="0"/>
              </a:rPr>
              <a:t>Use In Program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21C3564-4563-4C2B-967C-D1E861AEEC78}"/>
              </a:ext>
            </a:extLst>
          </p:cNvPr>
          <p:cNvSpPr txBox="1"/>
          <p:nvPr/>
        </p:nvSpPr>
        <p:spPr>
          <a:xfrm>
            <a:off x="4834238" y="4642039"/>
            <a:ext cx="2699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624499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25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4" grpId="0"/>
      <p:bldP spid="118" grpId="0"/>
      <p:bldP spid="81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82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Tw Cen MT</vt:lpstr>
      <vt:lpstr>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Zähringer</dc:creator>
  <cp:lastModifiedBy>Ishant Saxena</cp:lastModifiedBy>
  <cp:revision>31</cp:revision>
  <dcterms:created xsi:type="dcterms:W3CDTF">2017-01-05T13:17:27Z</dcterms:created>
  <dcterms:modified xsi:type="dcterms:W3CDTF">2019-08-30T04:41:58Z</dcterms:modified>
</cp:coreProperties>
</file>